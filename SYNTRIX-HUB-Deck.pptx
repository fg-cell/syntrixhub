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" cy="1371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GREAT BUILDING STARTS WITH AN IDEA.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58952" y="292608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if an idea could become a professional design in minutes?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8952" y="352044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turning a building idea into a usable architectural and engineering concept requires multiple disconnected tools, technical expertise, calculations, drawings, revisions - and hours of work.</a:t>
            </a:r>
            <a:pPr indent="0" marL="0">
              <a:lnSpc>
                <a:spcPts val="1500"/>
              </a:lnSpc>
              <a:buNone/>
            </a:pP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 is building a different workflow — an intelligent design platform where architects, civil engineers and property developers can describe what they want to build, and work with AI to transform that idea into a structured, editable design.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5138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BELIEF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" y="5468112"/>
            <a:ext cx="8412480" cy="502920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54681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expertise + AI intelligence = better building design.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7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743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isn't a lack of software.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7743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is fragmentation. Every tool solves part of the problem — but the professional still connects everything.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TYPICAL PROJECT CAN MOVE BETWEEN: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98168" y="2176272"/>
            <a:ext cx="187452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8168" y="217627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72688" y="21305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47008" y="2176272"/>
            <a:ext cx="155448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47008" y="2176272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01488" y="21305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75808" y="2176272"/>
            <a:ext cx="233172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5808" y="2176272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software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07528" y="21305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81848" y="2176272"/>
            <a:ext cx="201168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1848" y="217627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39832" y="271576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75308" y="2816352"/>
            <a:ext cx="219456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5308" y="281635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codes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69868" y="27706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44188" y="2816352"/>
            <a:ext cx="155448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44188" y="2816352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98668" y="27706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72988" y="2816352"/>
            <a:ext cx="187452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2988" y="281635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47508" y="27706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1828" y="2816352"/>
            <a:ext cx="2194560" cy="512064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1828" y="281635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to CAD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5204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creates: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3840480"/>
            <a:ext cx="5349240" cy="932688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840480"/>
            <a:ext cx="45720" cy="9326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395020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" y="4261104"/>
            <a:ext cx="4965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spent moving information between tools.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45352" y="3840480"/>
            <a:ext cx="5349240" cy="932688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45352" y="3840480"/>
            <a:ext cx="45720" cy="9326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395020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46520" y="4261104"/>
            <a:ext cx="4965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Professionals must master multiple specialized systems.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5010912"/>
            <a:ext cx="5349240" cy="932688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5010912"/>
            <a:ext cx="45720" cy="9326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" y="51206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REWORK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1248" y="5431536"/>
            <a:ext cx="4965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change in one part of a project can create changes everywhere else.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45352" y="5010912"/>
            <a:ext cx="5349240" cy="932688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45352" y="5010912"/>
            <a:ext cx="45720" cy="9326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51206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DISCONNECTED KNOWLEDGE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46520" y="5431536"/>
            <a:ext cx="4965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requirements, structural thinking, materials, codes and project information live in separate places.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0080" y="5943600"/>
            <a:ext cx="10911535" cy="420624"/>
          </a:xfrm>
          <a:prstGeom prst="roundRect">
            <a:avLst/>
          </a:prstGeom>
          <a:solidFill>
            <a:srgbClr val="0F20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943600"/>
            <a:ext cx="1091153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opportunity isn't to create another drawing tool. It is to connect the workflow.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7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COST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743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cost isn't the software.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7743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the time between an idea and a decision.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TYPICAL LOOP: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59840" y="2176272"/>
            <a:ext cx="173736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59840" y="217627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97200" y="21305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3232" y="2176272"/>
            <a:ext cx="224028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3232" y="2176272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 interprets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93512" y="21305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9544" y="2176272"/>
            <a:ext cx="228600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9544" y="217627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 evaluates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35544" y="21305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91576" y="2176272"/>
            <a:ext cx="224028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1576" y="2176272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Drawings produced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859872" y="271576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99820" y="2816352"/>
            <a:ext cx="233172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9820" y="2816352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change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31540" y="27706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7572" y="2816352"/>
            <a:ext cx="246888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7572" y="28163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Calculations performed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56452" y="27706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12484" y="2816352"/>
            <a:ext cx="219456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2484" y="281635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revised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07044" y="27706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63076" y="2816352"/>
            <a:ext cx="1828800" cy="512064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63076" y="281635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...repeats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3931920"/>
            <a:ext cx="10911535" cy="1207008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0965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ONE QUESTION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4074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«How can we help professionals move from idea → understanding → design → engineering decision faster?»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60120" y="4956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by removing the professional — by giving the professional an intelligent system to work with.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GOAL:  </a:t>
            </a:r>
            <a:pPr indent="0" marL="0"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repetitive work</a:t>
            </a:r>
            <a:pPr indent="0" marL="0"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Faster iteration</a:t>
            </a:r>
            <a:pPr indent="0" marL="0"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Better-connected information</a:t>
            </a:r>
            <a:pPr indent="0" marL="0"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More time for professional judgment and creativity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7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743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$25B+ problem deserves local intelligence.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7743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Africa is not a smaller version of another construction market.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AFRICAN CONSTRUCTION REALITIES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building regulations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0" y="226771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construction practices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soil conditions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2926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material availability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5844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cost structures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0" y="35844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infrastructure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24281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levels of technology access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0" y="424281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Professionals on workstations, laptops and mobile devices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20840" y="2148840"/>
            <a:ext cx="4846320" cy="4041648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2148840"/>
            <a:ext cx="45720" cy="40416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3317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STARTS WITH AFRICA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697480"/>
            <a:ext cx="4389120" cy="47548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69748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B0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NIGERIA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87384" y="3191256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3465576"/>
            <a:ext cx="4389120" cy="475488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46557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Africa next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87384" y="3959352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4233672"/>
            <a:ext cx="4389120" cy="475488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233672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emerging markets beyond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50292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opportunity is not simply cheaper software — it is software that understands the environment in which the professional actually works.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7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743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Introducing SYNTRIX HUB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7743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your vision into a masterpiece.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 is an AI-assisted architectural and structural design platform built for: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86688" y="2286000"/>
            <a:ext cx="2286000" cy="502920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6688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47008" y="2286000"/>
            <a:ext cx="3566160" cy="502920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47008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Civil &amp; Structural Engineers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87488" y="2286000"/>
            <a:ext cx="3017520" cy="502920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87488" y="2286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Developers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professional can describe a project in plain language and use intelligent tools to explore: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2" y="3429000"/>
            <a:ext cx="265176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592" y="342900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requirements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0352" y="33832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08096" y="3429000"/>
            <a:ext cx="288036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8096" y="34290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concepts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8456" y="33832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6200" y="3429000"/>
            <a:ext cx="201168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6200" y="34290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Floor plans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7880" y="33832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75624" y="3429000"/>
            <a:ext cx="269748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75624" y="3429000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concepts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682832" y="3968496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0032" y="4041648"/>
            <a:ext cx="237744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032" y="404164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visualization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87472" y="39959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25216" y="4041648"/>
            <a:ext cx="182880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5216" y="404164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4016" y="39959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1760" y="4041648"/>
            <a:ext cx="265176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1760" y="404164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considerations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3520" y="39959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81264" y="4041648"/>
            <a:ext cx="3200400" cy="512064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81264" y="404164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Building-code considerations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120640"/>
            <a:ext cx="10911535" cy="1188720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5285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THERE IS AN IMPORTANT DISTINCTION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" y="555955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 does not replace professional expertise.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60120" y="5943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designed to assist, accelerate and enhance it. The professional remains in control.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7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INTELLIGENCE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743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VYRAX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7743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Behind SYNTRIX HUB is VYRAX — the intelligence engine designed around design, not just text.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VYRAX is being developed to understand the relationship between: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41652" y="2286000"/>
            <a:ext cx="1691640" cy="438912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1652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79596" y="2286000"/>
            <a:ext cx="2194560" cy="438912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9596" y="22860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requirements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20460" y="2286000"/>
            <a:ext cx="1417320" cy="438912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0460" y="22860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84084" y="2286000"/>
            <a:ext cx="1965960" cy="438912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4084" y="228600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concepts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37764" y="2852928"/>
            <a:ext cx="2103120" cy="438912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7764" y="285292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constraints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87188" y="2852928"/>
            <a:ext cx="1874520" cy="438912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7188" y="285292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information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8012" y="2852928"/>
            <a:ext cx="1645920" cy="438912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8012" y="28529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Instead of treating AI as a chatbot that simply generates text, SYNTRIX HUB is being designed as an intelligent design environment.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10911535" cy="1783080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793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572000"/>
            <a:ext cx="5623560" cy="109728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663440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COULD BEGIN WITH: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51560" y="4919472"/>
            <a:ext cx="53949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«I want a 3-bedroom family home on this site, with natural lighting, parking for two cars and space for future expansion.»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66560" y="51114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46634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VYRAX EXTRACTS </a:t>
            </a:r>
            <a:pPr indent="0" marL="0">
              <a:buNone/>
            </a:pPr>
            <a:r>
              <a:rPr lang="en-US" sz="12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project requirements that become the foundation for the design workflow.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long-term vision: AI that understands the project — not just the prompt.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7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743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one sentence to a design workflow.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7743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Describe. Explore. Refine. Verify.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75488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0116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20116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 SYNTRIX HUB what you want to build.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39572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496312"/>
            <a:ext cx="475488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9631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24963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49631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VYRAX extracts requirements, constraints and project information.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880360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980944"/>
            <a:ext cx="475488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8094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298094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298094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architectural concepts, layouts and design directions.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3364992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465576"/>
            <a:ext cx="475488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6557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346557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11880" y="346557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structural concepts and engineering information for professional review.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849624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950208"/>
            <a:ext cx="475488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5020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98448" y="39502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11880" y="39502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from plans and technical information into an interactive 3D representation.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" y="4334256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434840"/>
            <a:ext cx="475488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43484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98448" y="4434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1188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requirements and iterate without rebuilding the project from zero.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" y="481888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919472"/>
            <a:ext cx="475488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9194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98448" y="491947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11880" y="49194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Professionals review, validate and approve the resulting work.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989320"/>
            <a:ext cx="10911535" cy="402336"/>
          </a:xfrm>
          <a:prstGeom prst="roundRect">
            <a:avLst/>
          </a:prstGeom>
          <a:solidFill>
            <a:srgbClr val="0F20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989320"/>
            <a:ext cx="1091153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fundamental loop:  </a:t>
            </a:r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</a:t>
            </a:r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</a:t>
            </a:r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Refinement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7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WE ARE DIFFERENT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743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SYNTRIX HUB?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7743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We're not trying to make another pretty AI rendering tool — our focus is deeper.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49240" cy="1243584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86000"/>
            <a:ext cx="45720" cy="12435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4140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INTELLIGENCE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798064"/>
            <a:ext cx="4983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beyond visual generation toward engineering-oriented workflows.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2286000"/>
            <a:ext cx="5349240" cy="1243584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2286000"/>
            <a:ext cx="45720" cy="1243584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2377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05472" y="24140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CONTEXT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28232" y="2798064"/>
            <a:ext cx="4983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intelligence around Nigerian and African construction realities, regulations and practices.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5349240" cy="1243584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12464"/>
            <a:ext cx="45720" cy="1243584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0390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38404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PLAIN-LANGUAGE WORKFLOW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224528"/>
            <a:ext cx="4983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the learning barrier between an idea and the tools needed to explore 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5352" y="3712464"/>
            <a:ext cx="5349240" cy="1243584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3712464"/>
            <a:ext cx="45720" cy="12435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380390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05472" y="38404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4224528"/>
            <a:ext cx="4983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for powerful workstations, ordinary laptops and mobile devices.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138928"/>
            <a:ext cx="5349240" cy="1243584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138928"/>
            <a:ext cx="45720" cy="1243584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2303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600200" y="52669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WORKFLOW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5650992"/>
            <a:ext cx="4983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requirements, design, engineering, visualization and project information into one environment.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45352" y="5138928"/>
            <a:ext cx="5349240" cy="1243584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45352" y="5138928"/>
            <a:ext cx="45720" cy="1243584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52303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05472" y="52669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CONTROL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28232" y="5650992"/>
            <a:ext cx="4983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assists the professional. The professional makes the final decision.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760720"/>
            <a:ext cx="10911535" cy="676656"/>
          </a:xfrm>
          <a:prstGeom prst="roundRect">
            <a:avLst/>
          </a:prstGeom>
          <a:solidFill>
            <a:srgbClr val="0F20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58521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POTENTIAL MOAT ISN'T SIMPLY 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61081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the combination of AI + engineering intelligence + local context + workflow + accumulated project knowledge.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7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743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validation to a real business.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7743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don't need millions of users to prove the model — we start with professionals.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349240" cy="1627632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45720" cy="16276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953512"/>
            <a:ext cx="4983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engineers. Free access. Observe how they actually use SYNTRIX HUB. Collect feedback. Find failures. Improve the product.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2240280"/>
            <a:ext cx="5349240" cy="1627632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2240280"/>
            <a:ext cx="45720" cy="162763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23317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28232" y="25877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THE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28232" y="2953512"/>
            <a:ext cx="4983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paying professionals. Illustrative target: ₦10,000 / user / month. 50 users = ₦500,000 monthly recurring revenue.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5349240" cy="1627632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69080"/>
            <a:ext cx="45720" cy="16276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605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4165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INTO FIRMS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782312"/>
            <a:ext cx="4983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and architecture firms. Illustrative enterprise pricing creates substantially larger recurring contracts.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45352" y="4069080"/>
            <a:ext cx="5349240" cy="1627632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4069080"/>
            <a:ext cx="45720" cy="162763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41605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28232" y="44165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&amp; INSTITUTIONAL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4782312"/>
            <a:ext cx="4983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Construction companies, large engineering firms, property developers, government and infrastructure organizations.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742432"/>
            <a:ext cx="10911535" cy="676656"/>
          </a:xfrm>
          <a:prstGeom prst="roundRect">
            <a:avLst/>
          </a:prstGeom>
          <a:solidFill>
            <a:srgbClr val="0F20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83387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model: recurring SaaS subscriptions + professional / team plans + enterprise contracts.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60899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milestone isn't massive revenue — it is proving professionals will trust the product enough to pay for it.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7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743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building more than software.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7743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building the intelligence layer for African construction.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6309360" cy="32461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45720" cy="3246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042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IMAGINE A FUTURE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5806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architect in Lagos, an engineer in Kaduna and a developer in Accra working inside the same intelligent design environment.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63931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knowledge that doesn't disappear between applications.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215384"/>
            <a:ext cx="5806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handling more of the repetitive work — so professionals spend more time thinking, designing, solving and creating.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5065776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built around the realities of the markets it serves.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0" y="2148840"/>
            <a:ext cx="4434840" cy="32461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2148840"/>
            <a:ext cx="45720" cy="324612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2697480"/>
            <a:ext cx="1188720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prototype.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3273552"/>
            <a:ext cx="1188720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32735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32735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validation.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3849624"/>
            <a:ext cx="1188720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384962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38496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trusted platform.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69480" y="4425696"/>
            <a:ext cx="1371600" cy="36576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44256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EVENTUALLY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823960" y="442569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way for professionals to design the built environment.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806440"/>
            <a:ext cx="10911535" cy="658368"/>
          </a:xfrm>
          <a:prstGeom prst="roundRect">
            <a:avLst/>
          </a:prstGeom>
          <a:solidFill>
            <a:srgbClr val="0F20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06440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pPr algn="ctr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Turn your vision into a masterpiece.</a:t>
            </a:r>
            <a:pPr algn="ctr" indent="0" marL="0">
              <a:buNone/>
            </a:pPr>
            <a:r>
              <a:rPr lang="en-US" sz="1350" dirty="0">
                <a:solidFill>
                  <a:srgbClr val="8B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Human expertise. AI intelligence. Better building decisions.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SYNTRIX HUB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3721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SYNTRIX HUB - AI-Assisted Architectural &amp; Structural Design</dc:title>
  <dc:subject>Pitch deck</dc:subject>
  <dc:creator>SYNTRIX HUB</dc:creator>
  <cp:lastModifiedBy>SYNTRIX HUB</cp:lastModifiedBy>
  <cp:revision>1</cp:revision>
  <dcterms:created xsi:type="dcterms:W3CDTF">2026-10-01T21:46:35Z</dcterms:created>
  <dcterms:modified xsi:type="dcterms:W3CDTF">2026-10-01T21:46:35Z</dcterms:modified>
</cp:coreProperties>
</file>